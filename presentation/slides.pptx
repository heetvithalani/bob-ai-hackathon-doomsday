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46814ff4b0c4bb1" /><Relationship Type="http://schemas.openxmlformats.org/package/2006/relationships/metadata/core-properties" Target="/docProps/core.xml" Id="R4366d0615900493e" /><Relationship Type="http://schemas.openxmlformats.org/officeDocument/2006/relationships/extended-properties" Target="/docProps/app.xml" Id="Red3984422a48446e" /><Relationship Type="http://schemas.openxmlformats.org/officeDocument/2006/relationships/custom-properties" Target="/docProps/custom.xml" Id="R8478f6e1014d440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4f97246467f4c67"/>
  </p:notesMasterIdLst>
  <p:sldIdLst>
    <p:sldId id="256" r:id="R1bda582ace844b0b"/>
    <p:sldId id="257" r:id="Rb2b2548abc5642f7"/>
    <p:sldId id="258" r:id="Rf632ba3612584662"/>
    <p:sldId id="259" r:id="R82fcd8ecc6a64b37"/>
    <p:sldId id="260" r:id="R3e7ff6abc1924613"/>
    <p:sldId id="261" r:id="R7bfa395f156345c8"/>
    <p:sldId id="262" r:id="R7c34becbceb24e97"/>
    <p:sldId id="263" r:id="Rbf3770a793454ed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bda582ace844b0b" /><Relationship Type="http://schemas.openxmlformats.org/officeDocument/2006/relationships/notesMaster" Target="/ppt/notesMasters/notesMaster1.xml" Id="Rb4f97246467f4c67" /><Relationship Type="http://schemas.openxmlformats.org/officeDocument/2006/relationships/slide" Target="/ppt/slides/slide2.xml" Id="Rb2b2548abc5642f7" /><Relationship Type="http://schemas.openxmlformats.org/officeDocument/2006/relationships/slide" Target="/ppt/slides/slide3.xml" Id="Rf632ba3612584662" /><Relationship Type="http://schemas.openxmlformats.org/officeDocument/2006/relationships/slide" Target="/ppt/slides/slide4.xml" Id="R82fcd8ecc6a64b37" /><Relationship Type="http://schemas.openxmlformats.org/officeDocument/2006/relationships/slide" Target="/ppt/slides/slide5.xml" Id="R3e7ff6abc1924613" /><Relationship Type="http://schemas.openxmlformats.org/officeDocument/2006/relationships/slide" Target="/ppt/slides/slide6.xml" Id="R7bfa395f156345c8" /><Relationship Type="http://schemas.openxmlformats.org/officeDocument/2006/relationships/slide" Target="/ppt/slides/slide7.xml" Id="R7c34becbceb24e97" /><Relationship Type="http://schemas.openxmlformats.org/officeDocument/2006/relationships/slide" Target="/ppt/slides/slide8.xml" Id="Rbf3770a793454e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f1c43fd05b04da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02310d1af3431c" /><Relationship Type="http://schemas.openxmlformats.org/officeDocument/2006/relationships/slide" Target="/ppt/slides/slide1.xml" Id="R04644090bcbd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97df23fdcd4233" /><Relationship Type="http://schemas.openxmlformats.org/officeDocument/2006/relationships/slide" Target="/ppt/slides/slide2.xml" Id="R5c49f56f460f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9c430753a2e470e" /><Relationship Type="http://schemas.openxmlformats.org/officeDocument/2006/relationships/slide" Target="/ppt/slides/slide3.xml" Id="R6d0fc3ca6b36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d0542cddef4c8a" /><Relationship Type="http://schemas.openxmlformats.org/officeDocument/2006/relationships/slide" Target="/ppt/slides/slide4.xml" Id="Rd5def37a55dd48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2d655b051c4b9f" /><Relationship Type="http://schemas.openxmlformats.org/officeDocument/2006/relationships/slide" Target="/ppt/slides/slide5.xml" Id="R143973c9b20141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04d8b362544410" /><Relationship Type="http://schemas.openxmlformats.org/officeDocument/2006/relationships/slide" Target="/ppt/slides/slide6.xml" Id="Rc9a5e7fba0e042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c00001d2f064260" /><Relationship Type="http://schemas.openxmlformats.org/officeDocument/2006/relationships/slide" Target="/ppt/slides/slide7.xml" Id="Re2994365eda6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e735501270c4c05" /><Relationship Type="http://schemas.openxmlformats.org/officeDocument/2006/relationships/slide" Target="/ppt/slides/slide8.xml" Id="Ra7bf8cc895d3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Team Doomsday. IBM Bob AI Hackathon, Track AI, Problem L2.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Problem slide. Four specific pain points: disruptions, rerouting, idle fleet, cold-chain temperature breaches.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Solution slide. Single command to run. Five capabilities. Zero dependencies beyond Python stdlib.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Five key features: disruption detection, rerouting, idle fleet, cold-chain alerts, live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 slide. Four Python files: data.py, engine.py, app.py, dashboard.html. Zero external dependencies.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Bob integration slide. Bob used throughout: planning, architecture, implementation review, documentation.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Demo slide. Run python src/app.py. Open localhost:8000. Walk through KPI row then each section.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Limitations slide. Synthetic data, rule-based rerouting, no auth, no persistence. All intentional MVP trade-offs.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7b9038e7745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43706bcf74a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31920378548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dc560743b4e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133a2efed41b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f407af48448416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ec24a08b34c31" /><Relationship Type="http://schemas.openxmlformats.org/officeDocument/2006/relationships/notesSlide" Target="/ppt/notesSlides/notesSlide1.xml" Id="Rf72ef84ddc86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1a062cb07464c" /><Relationship Type="http://schemas.openxmlformats.org/officeDocument/2006/relationships/notesSlide" Target="/ppt/notesSlides/notesSlide2.xml" Id="R29debf100b7947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dfcac759e44c6" /><Relationship Type="http://schemas.openxmlformats.org/officeDocument/2006/relationships/notesSlide" Target="/ppt/notesSlides/notesSlide3.xml" Id="R34ac8f1b67dc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a97a2d6fe4d42" /><Relationship Type="http://schemas.openxmlformats.org/officeDocument/2006/relationships/notesSlide" Target="/ppt/notesSlides/notesSlide4.xml" Id="R5dc4f8f0bd8f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0c30bf344f6a" /><Relationship Type="http://schemas.openxmlformats.org/officeDocument/2006/relationships/notesSlide" Target="/ppt/notesSlides/notesSlide5.xml" Id="R9be47ebb1f494c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63881e584255" /><Relationship Type="http://schemas.openxmlformats.org/officeDocument/2006/relationships/notesSlide" Target="/ppt/notesSlides/notesSlide6.xml" Id="Rbe28ec4eae3140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aea096e624dad" /><Relationship Type="http://schemas.openxmlformats.org/officeDocument/2006/relationships/notesSlide" Target="/ppt/notesSlides/notesSlide7.xml" Id="R2e96476c081e49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7c399a7054d48" /><Relationship Type="http://schemas.openxmlformats.org/officeDocument/2006/relationships/notesSlide" Target="/ppt/notesSlides/notesSlide8.xml" Id="Rf38466f42ff545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100000" name="TeamTag"/>
          <p:cNvSpPr txBox="1"/>
          <p:nvPr/>
        </p:nvSpPr>
        <p:spPr>
          <a:xfrm xmlns:a="http://schemas.openxmlformats.org/drawingml/2006/main">
            <a:off x="540000" y="288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4A3B8"/>
                </a:solidFill>
              </a:rPr>
              <a:t>Team Doomsday  |  IBM Bob AI Hackathon  |  Track: AI  |  Problem L2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1260000"/>
            <a:ext cx="108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Supply Chain Disruption Assistant</a:t>
            </a:r>
          </a:p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&amp; Fleet Utilisation Optimizer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3600000"/>
            <a:ext cx="10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4A3B8"/>
                </a:solidFill>
              </a:rPr>
              <a:t>A zero-dependency local Python dashboard that detects shipment disruptions,</a:t>
            </a:r>
          </a:p>
          <a:p xmlns:a="http://schemas.openxmlformats.org/drawingml/2006/main">
            <a:r>
              <a:rPr lang="en-US" sz="2000">
                <a:solidFill>
                  <a:srgbClr val="94A3B8"/>
                </a:solidFill>
              </a:rPr>
              <a:t>recommends reroutes, flags idle fleet, and alerts on cold-chain breaches.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01</a:t>
            </a:r>
          </a:p>
        </p:txBody>
      </p:sp>
      <p:sp>
        <p:nvSpPr>
          <p:cNvPr id="100004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DC2626"/>
                </a:solidFill>
              </a:rPr>
              <a:t> </a:t>
            </a:r>
          </a:p>
        </p:txBody>
      </p:sp>
      <p:sp>
        <p:nvSpPr>
          <p:cNvPr id="100005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The Problem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540000" y="162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Supply chain teams face four simultaneous challenges with no single view: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1.  Shipment disruptions — delayed or blocked cargo across dozens of carriers go undetected until SLA breaches occur.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2.  No rerouting guidance — operators must manually coordinate alternate routes with each carrier individually.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3.  Idle fleet waste — trucks sitting at depots for hours represent direct revenue loss and are invisible without aggregated telemetry.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4.  Cold-chain failures — refrigerated vehicles that drift outside their temperature window spoil cargo before anyone is alerted.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100008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2563EB"/>
                </a:solidFill>
              </a:rPr>
              <a:t> </a:t>
            </a:r>
          </a:p>
        </p:txBody>
      </p:sp>
      <p:sp>
        <p:nvSpPr>
          <p:cNvPr id="100009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Our Solution</a:t>
            </a:r>
          </a:p>
        </p:txBody>
      </p:sp>
      <p:sp>
        <p:nvSpPr>
          <p:cNvPr id="100010" name="Body"/>
          <p:cNvSpPr txBox="1"/>
          <p:nvPr/>
        </p:nvSpPr>
        <p:spPr>
          <a:xfrm xmlns:a="http://schemas.openxmlformats.org/drawingml/2006/main">
            <a:off x="540000" y="162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A single-command, zero-dependency local Python dashboard: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python src/app.py  →  open http://localhost:8000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No pip install. No cloud. No database. No configuration.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The operator opens one browser tab and immediately sees: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  •  Every disrupted shipment (delayed / blocked)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  •  A specific alternate route recommendation for each disruption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  •  Every vehicle idle beyond 4 hours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  •  Every reefer truck outside its temperature band — with breach direction</a:t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74151"/>
                </a:solidFill>
              </a:rPr>
              <a:t>All five capabilities from Problem L2, delivered locally in under 300 lines of Python.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100012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C3AED"/>
                </a:solidFill>
              </a:rPr>
              <a:t> </a:t>
            </a:r>
          </a:p>
        </p:txBody>
      </p:sp>
      <p:sp>
        <p:nvSpPr>
          <p:cNvPr id="100013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Key Features</a:t>
            </a:r>
          </a:p>
        </p:txBody>
      </p:sp>
      <p:sp>
        <p:nvSpPr>
          <p:cNvPr id="100014" name="F1"/>
          <p:cNvSpPr txBox="1"/>
          <p:nvPr/>
        </p:nvSpPr>
        <p:spPr>
          <a:xfrm xmlns:a="http://schemas.openxmlformats.org/drawingml/2006/main">
            <a:off x="540000" y="1728000"/>
            <a:ext cx="100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1.  Shipment Disruption Detection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Automatically flags delayed and blocked shipments from live telemetry.</a:t>
            </a:r>
          </a:p>
        </p:txBody>
      </p:sp>
      <p:sp>
        <p:nvSpPr>
          <p:cNvPr id="100015" name="F2"/>
          <p:cNvSpPr txBox="1"/>
          <p:nvPr/>
        </p:nvSpPr>
        <p:spPr>
          <a:xfrm xmlns:a="http://schemas.openxmlformats.org/drawingml/2006/main">
            <a:off x="540000" y="2592000"/>
            <a:ext cx="100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2.  Rerouting Recommendations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Per-disruption alternate route with plain-English reason (lookup table keyed on origin → destination).</a:t>
            </a:r>
          </a:p>
        </p:txBody>
      </p:sp>
      <p:sp>
        <p:nvSpPr>
          <p:cNvPr id="100016" name="F3"/>
          <p:cNvSpPr txBox="1"/>
          <p:nvPr/>
        </p:nvSpPr>
        <p:spPr>
          <a:xfrm xmlns:a="http://schemas.openxmlformats.org/drawingml/2006/main">
            <a:off x="540000" y="3456000"/>
            <a:ext cx="100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3.  Idle Fleet Detection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Surfaces vehicles idle beyond a configurable threshold with last-known location.</a:t>
            </a:r>
          </a:p>
        </p:txBody>
      </p:sp>
      <p:sp>
        <p:nvSpPr>
          <p:cNvPr id="100017" name="F4"/>
          <p:cNvSpPr txBox="1"/>
          <p:nvPr/>
        </p:nvSpPr>
        <p:spPr>
          <a:xfrm xmlns:a="http://schemas.openxmlformats.org/drawingml/2006/main">
            <a:off x="540000" y="4320000"/>
            <a:ext cx="100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4.  Cold-Chain Temperature Alerts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Monitors reefer trucks; raises directional alerts (too high / too low) on any breach.</a:t>
            </a:r>
          </a:p>
        </p:txBody>
      </p:sp>
      <p:sp>
        <p:nvSpPr>
          <p:cNvPr id="100018" name="F5"/>
          <p:cNvSpPr txBox="1"/>
          <p:nvPr/>
        </p:nvSpPr>
        <p:spPr>
          <a:xfrm xmlns:a="http://schemas.openxmlformats.org/drawingml/2006/main">
            <a:off x="540000" y="5184000"/>
            <a:ext cx="100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5.  Live Auto-Refreshing Dashboard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Single-page UI with KPI cards and colour-coded tables; polls every 10 s, no external JS.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100020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475569"/>
                </a:solidFill>
              </a:rPr>
              <a:t> </a:t>
            </a:r>
          </a:p>
        </p:txBody>
      </p:sp>
      <p:sp>
        <p:nvSpPr>
          <p:cNvPr id="100021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Architecture</a:t>
            </a:r>
          </a:p>
        </p:txBody>
      </p:sp>
      <p:sp>
        <p:nvSpPr>
          <p:cNvPr id="100022" name="ArchDiagram"/>
          <p:cNvSpPr txBox="1"/>
          <p:nvPr/>
        </p:nvSpPr>
        <p:spPr>
          <a:xfrm xmlns:a="http://schemas.openxmlformats.org/drawingml/2006/main">
            <a:off x="540000" y="1620000"/>
            <a:ext cx="108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Browser  (localhost:8000)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│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├── GET /            →  app.py  →  dashboard.html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│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└── GET /api/status  →  app.py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data.py  (generate_shipments, generate_fleet)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  fixed-seed random — deterministic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engine.py  (run_all)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  detect_disruptions()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  recommend_reroutes()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  detect_idle_fleet()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  detect_cold_chain_alerts()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     │</a:t>
            </a:r>
          </a:p>
          <a:p xmlns:a="http://schemas.openxmlformats.org/drawingml/2006/main">
            <a:r>
              <a:rPr lang="en-US" sz="1600">
                <a:solidFill>
                  <a:srgbClr val="374151"/>
                </a:solidFill>
              </a:rPr>
              <a:t>                            JSON  →  Browser  →  DOM update</a:t>
            </a:r>
          </a:p>
        </p:txBody>
      </p:sp>
      <p:sp>
        <p:nvSpPr>
          <p:cNvPr id="100023" name="StackNote"/>
          <p:cNvSpPr txBox="1"/>
          <p:nvPr/>
        </p:nvSpPr>
        <p:spPr>
          <a:xfrm xmlns:a="http://schemas.openxmlformats.org/drawingml/2006/main">
            <a:off x="540000" y="576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64748B"/>
                </a:solidFill>
              </a:rPr>
              <a:t>Stack: Python 3 stdlib only  •  http.server  •  HTML5 + CSS3 + Vanilla JS  •  No pip install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100025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A1F2E"/>
                </a:solidFill>
              </a:rPr>
              <a:t> </a:t>
            </a:r>
          </a:p>
        </p:txBody>
      </p:sp>
      <p:sp>
        <p:nvSpPr>
          <p:cNvPr id="100026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IBM Bob Integration</a:t>
            </a:r>
          </a:p>
        </p:txBody>
      </p:sp>
      <p:sp>
        <p:nvSpPr>
          <p:cNvPr id="100027" name="Body"/>
          <p:cNvSpPr txBox="1"/>
          <p:nvPr/>
        </p:nvSpPr>
        <p:spPr>
          <a:xfrm xmlns:a="http://schemas.openxmlformats.org/drawingml/2006/main">
            <a:off x="540000" y="162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IBM Bob served as the AI pair-programming assistant throughout the entire development lifecycle: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Planning &amp; Architecture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Used Bob to break down Problem L2 into five distinct capability modules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Bob suggested the clean separation of data.py / engine.py / app.py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Validated the zero-dependency constraint approach with Bob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Implementation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Bob reviewed logic in engine.py for edge cases (missing routes, None temperatures)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Generated the alternate-route lookup table with Bob's guidance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Bob caught the Python wildcard issue in the PowerShell validation script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Documentation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All docs/ markdown files co-authored with Bob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submission.yaml and README placeholder replacement verified by Bob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•  This presentation deck structured by Bob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8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100029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166534"/>
                </a:solidFill>
              </a:rPr>
              <a:t> </a:t>
            </a:r>
          </a:p>
        </p:txBody>
      </p:sp>
      <p:sp>
        <p:nvSpPr>
          <p:cNvPr id="100030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Demo</a:t>
            </a:r>
          </a:p>
        </p:txBody>
      </p:sp>
      <p:sp>
        <p:nvSpPr>
          <p:cNvPr id="100031" name="RunCmd"/>
          <p:cNvSpPr txBox="1"/>
          <p:nvPr/>
        </p:nvSpPr>
        <p:spPr>
          <a:xfrm xmlns:a="http://schemas.openxmlformats.org/drawingml/2006/main">
            <a:off x="540000" y="1620000"/>
            <a:ext cx="100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1F2E"/>
                </a:solidFill>
              </a:rPr>
              <a:t>python src/app.py</a:t>
            </a:r>
          </a:p>
        </p:txBody>
      </p:sp>
      <p:sp>
        <p:nvSpPr>
          <p:cNvPr id="100032" name="DemoSteps"/>
          <p:cNvSpPr txBox="1"/>
          <p:nvPr/>
        </p:nvSpPr>
        <p:spPr>
          <a:xfrm xmlns:a="http://schemas.openxmlformats.org/drawingml/2006/main">
            <a:off x="540000" y="2340000"/>
            <a:ext cx="1080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Then open http://localhost:8000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What the judges will see: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KPI Summary Bar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15 total shipments  |  4 disruptions  |  4 reroutes  |  4 idle vehicles  |  3 cold-chain alerts  |  12 fleet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Disrupted Shipments table — SHP-1003, SHP-1011, SHP-1012, SHP-1013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Rerouting Recommendations — specific alternate routes + reason per shipment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Idle Fleet Detection — 4 vehicles with idle hours and last location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Cold-Chain Alerts — VEH-201, VEH-207, VEH-210 (all too_high)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All Shipments — colour-coded status badges across all 15 entries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Data refreshes every 10 seconds automatically.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3" name="SlideNum"/>
          <p:cNvSpPr txBox="1"/>
          <p:nvPr/>
        </p:nvSpPr>
        <p:spPr>
          <a:xfrm xmlns:a="http://schemas.openxmlformats.org/drawingml/2006/main">
            <a:off x="10080000" y="180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100034" name="AccentBar"/>
          <p:cNvSpPr txBox="1"/>
          <p:nvPr/>
        </p:nvSpPr>
        <p:spPr>
          <a:xfrm xmlns:a="http://schemas.openxmlformats.org/drawingml/2006/main">
            <a:off x="540000" y="432000"/>
            <a:ext cx="144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D97706"/>
                </a:solidFill>
              </a:rPr>
              <a:t> </a:t>
            </a:r>
          </a:p>
        </p:txBody>
      </p:sp>
      <p:sp>
        <p:nvSpPr>
          <p:cNvPr id="100035" name="SlideTitl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A1F2E"/>
                </a:solidFill>
              </a:rPr>
              <a:t>Known Limitations</a:t>
            </a:r>
          </a:p>
        </p:txBody>
      </p:sp>
      <p:sp>
        <p:nvSpPr>
          <p:cNvPr id="100036" name="Body"/>
          <p:cNvSpPr txBox="1"/>
          <p:nvPr/>
        </p:nvSpPr>
        <p:spPr>
          <a:xfrm xmlns:a="http://schemas.openxmlformats.org/drawingml/2006/main">
            <a:off x="540000" y="1620000"/>
            <a:ext cx="10800000" cy="46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We are transparent about the current gaps: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1.  Synthetic data only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All shipment and fleet data is generated deterministically — not connected to a real TMS or GPS feed.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2.  Rule-based rerouting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Alternate routes come from a hardcoded lookup table, not an ML model or live traffic API.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3.  No authentication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Single-user local tool — not production-hardened for multi-tenant access.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4.  No persistence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     All state lives in memory; no history, no trending, no alert acknowledgement.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5.  Tested on Python 3.9–3.12 and Chrome / Firefox only.</a:t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All limitations are intentional trade-offs for the hackathon MVP scope.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2026-09-15T11:44:56Z</dcterms:created>
  <cp:lastModifiedBy>OfficeCLI</cp:lastModifiedBy>
  <dcterms:modified xsi:type="dcterms:W3CDTF">2026-09-15T11:44:56Z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1.0.150</vt:lpwstr>
  </op:property>
  <op:property fmtid="{D5CDD505-2E9C-101B-9397-08002B2CF9AE}" pid="3" name="OfficeCLI.LastModified">
    <vt:lpwstr xmlns:vt="http://schemas.openxmlformats.org/officeDocument/2006/docPropsVTypes">2026-09-15T11:46:23Z</vt:lpwstr>
  </op:property>
</op:Properties>
</file>